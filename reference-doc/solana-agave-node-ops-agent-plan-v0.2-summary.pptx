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of solana-validator-ops-agent-plan-v0.2.md. v0.2 incorporates review findings F1–F8 drawn from the VibeServe preprint (arXiv:2605.06068) and the VibeSys repository; those changes are design choices [A], not validated requirements.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§2.1–2.3. Out-of-scope reasons: withdrawer key guidance [E] Anza security/operations docs; failover procedure [E] Anza failover guide, human-only decision [A].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§3.3 NFR-1/NFR-4, §5.4–5.7, SR-10/SR-12. All tagged [A]; principles 2–5 are new in v0.2 (review F1–F3).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§4.1. Ops host is separate from the validator — same reasoning Anza gives for running watchtower off-box [E]; applied to the agent [A]. mTLS = Mutual Transport Layer Security. OS = Operating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§5.1. Tier assignment is a design choice [A] requiring owner approval (decision D8).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§5.4–5.6. In dontAsk mode the SDK never calls canUseTool [E, Anthropic permissions docs], so approval is enforced in the executor. Restart commands from Anza operations docs [E]. Retry budget N is TBD (D6).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§3.2 SR-1…SR-13. Hook deny applies in every permission mode [E, Anthropic hooks/permissions docs]. Sandbox backend is decision D11. SR-10…SR-13 new in v0.2 [A].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§5.7. Deterministic runner; each LLM step is a fresh session reading the record. Fresh-session-per-step reducing drift is a hypothesis [H] motivated by the VibeServe preprint.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§7. Testnet first per Anza operations guidance [E]. Observation period TBD by owner.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§8–9. MTTD = Mean Time To Detect; MTTR = Mean Time To Recover. All targets TBD by owner. VibeServe’s Judge share of active time (20–30%) comes from a different workload and harness and is not used as an estimate.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§2.4 and §12. Anti-patterns reflect the difference between VibeServe’s build-time search and live consensus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§13. D1 blocks Phase 0 coding. D11 and D12 are new in v0.2; D6 gained the retry budget and repetition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S1–S9 and R1–R2 as listed in plan §14.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3840480" cy="3840480"/>
          </a:xfrm>
          <a:prstGeom prst="ellipse">
            <a:avLst/>
          </a:prstGeom>
          <a:solidFill>
            <a:srgbClr val="0E9F8E">
              <a:alpha val="30000"/>
            </a:srgbClr>
          </a:solidFill>
          <a:ln w="12700">
            <a:solidFill>
              <a:srgbClr val="0E9F8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4206240"/>
            <a:ext cx="2377440" cy="2377440"/>
          </a:xfrm>
          <a:prstGeom prst="ellipse">
            <a:avLst/>
          </a:prstGeom>
          <a:solidFill>
            <a:srgbClr val="D97706">
              <a:alpha val="25000"/>
            </a:srgbClr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Solana Validator Node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Self-Operating Agent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 v0.2 — Summary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Claude Agent SDK (Software Development Kit) · Agave client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394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 Huang · peng.huang@acm.org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2026-09-17 · DRAFT — for review before any code is written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and Scope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32688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v0.2 · DRAFT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a single Solana validator (Agave client) day to day: observe, diagnose, recommend, and run a small set of independently judged, human-approved actions — with safety limits enforced outside the model.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05740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286000"/>
            <a:ext cx="457200" cy="45720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 (v1)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92608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observation: delinquency, catch-up, identity balance, leader schedule, service, disk and logs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Hypothesis-driven diagnosis and incident reports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actions: idle-window restart, upgrade workflow — each passes Judge, human approval, framework verification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audit trail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63640" y="205740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7960" y="2286000"/>
            <a:ext cx="457200" cy="45720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379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13232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 (v1)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0" y="292608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use of the withdrawer keypair (never on validator or ops host) [E]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identity failover — runbook draft only [E]/[A]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Stake, delegation and commission management [A]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other than Agave [U]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Multi-validator fleets; offline tuning loop (research track)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Design Principles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32688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v0.2 · DRAFT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2103120" cy="40233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146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out of the keep-alive path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5661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and agave-watchtower keep the validator running if the agent or Claude API (Application Programming Interface) is down.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788920" y="1417320"/>
            <a:ext cx="2103120" cy="40233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017520" y="1691640"/>
            <a:ext cx="640080" cy="64008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017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3017520" y="25146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Judge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3017520" y="35661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fresh-session proposal-judge checks every gated action before a human sees it.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0" y="1417320"/>
            <a:ext cx="2103120" cy="40233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257800" y="1691640"/>
            <a:ext cx="640080" cy="64008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25780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5257800" y="25146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owns verification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257800" y="35661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verifier runs post-action checks and alone sets “resolved”.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269480" y="1417320"/>
            <a:ext cx="2103120" cy="40233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498080" y="1691640"/>
            <a:ext cx="640080" cy="64008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4980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7498080" y="25146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Read-only, hashed policy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7498080" y="35661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Commands, thresholds, prompts, skills, verifier rules; mismatch ⇒ observe-only.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9509760" y="1417320"/>
            <a:ext cx="2103120" cy="40233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738360" y="1691640"/>
            <a:ext cx="640080" cy="64008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7383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8" name="Text 25"/>
          <p:cNvSpPr txBox="1"/>
          <p:nvPr/>
        </p:nvSpPr>
        <p:spPr>
          <a:xfrm>
            <a:off x="9738360" y="25146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 session per step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9738360" y="35661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episode record carries state; no long resumed transcripts.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48640" y="5669280"/>
            <a:ext cx="201168" cy="201168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8680" y="56144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over from v0.1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3383280" y="5669280"/>
            <a:ext cx="201168" cy="201168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703320" y="561441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 v0.2 — from review findings F1–F3; all are design choices [A]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32688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v0.2 · DRAFT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758952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HOST (separate from validator)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22960" y="1737360"/>
            <a:ext cx="2194560" cy="731520"/>
          </a:xfrm>
          <a:prstGeom prst="roundRect">
            <a:avLst>
              <a:gd name="adj" fmla="val 7500"/>
            </a:avLst>
          </a:prstGeom>
          <a:solidFill>
            <a:srgbClr val="D5F0EC"/>
          </a:solidFill>
          <a:ln w="12700">
            <a:solidFill>
              <a:srgbClr val="D5F0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1737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agave-watchtower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off-box monitoring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2697480"/>
            <a:ext cx="2194560" cy="822960"/>
          </a:xfrm>
          <a:prstGeom prst="roundRect">
            <a:avLst>
              <a:gd name="adj" fmla="val 6667"/>
            </a:avLst>
          </a:prstGeom>
          <a:solidFill>
            <a:srgbClr val="D5F0EC"/>
          </a:solidFill>
          <a:ln w="12700">
            <a:solidFill>
              <a:srgbClr val="D5F0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" y="2697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deterministic; opens episodes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3749040"/>
            <a:ext cx="2194560" cy="822960"/>
          </a:xfrm>
          <a:prstGeom prst="roundRect">
            <a:avLst>
              <a:gd name="adj" fmla="val 6667"/>
            </a:avLst>
          </a:prstGeom>
          <a:solidFill>
            <a:srgbClr val="D5F0EC"/>
          </a:solidFill>
          <a:ln w="12700">
            <a:solidFill>
              <a:srgbClr val="D5F0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3749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Store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framework-owned, append-only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" y="4800600"/>
            <a:ext cx="2194560" cy="1188720"/>
          </a:xfrm>
          <a:prstGeom prst="roundRect">
            <a:avLst>
              <a:gd name="adj" fmla="val 4615"/>
            </a:avLst>
          </a:prstGeom>
          <a:solidFill>
            <a:srgbClr val="C9D6E3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48006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policy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· thresholds · prompts · skills · verifier (hashed)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91840" y="1737360"/>
            <a:ext cx="4617720" cy="2834640"/>
          </a:xfrm>
          <a:prstGeom prst="roundRect">
            <a:avLst>
              <a:gd name="adj" fmla="val 1935"/>
            </a:avLst>
          </a:prstGeom>
          <a:solidFill>
            <a:srgbClr val="F4F7FA"/>
          </a:solidFill>
          <a:ln w="15875">
            <a:solidFill>
              <a:srgbClr val="0E9F8E"/>
            </a:solidFill>
            <a:prstDash val="dash"/>
          </a:ln>
        </p:spPr>
      </p:sp>
      <p:sp>
        <p:nvSpPr>
          <p:cNvPr id="16" name="Text 13"/>
          <p:cNvSpPr txBox="1"/>
          <p:nvPr/>
        </p:nvSpPr>
        <p:spPr>
          <a:xfrm>
            <a:off x="3429000" y="18013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sandbox · Episode Runner (state machine)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474720" y="2240280"/>
            <a:ext cx="20574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566160" y="22402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diagnostician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669280" y="2240280"/>
            <a:ext cx="20574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760720" y="22402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change-planner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474720" y="3017520"/>
            <a:ext cx="2057400" cy="640080"/>
          </a:xfrm>
          <a:prstGeom prst="roundRect">
            <a:avLst>
              <a:gd name="adj" fmla="val 8571"/>
            </a:avLst>
          </a:prstGeom>
          <a:solidFill>
            <a:srgbClr val="FCEBD2"/>
          </a:solidFill>
          <a:ln w="12700">
            <a:solidFill>
              <a:srgbClr val="FCEBD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566160" y="30175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proposal-judge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669280" y="3017520"/>
            <a:ext cx="20574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760720" y="30175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3474720" y="38404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= fresh Claude Agent SDK session · tools: MCP (Model Context Protocol) server “valops” only · PreToolUse policy + audit hooks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291840" y="4800600"/>
            <a:ext cx="2240280" cy="1188720"/>
          </a:xfrm>
          <a:prstGeom prst="roundRect">
            <a:avLst>
              <a:gd name="adj" fmla="val 4615"/>
            </a:avLst>
          </a:prstGeom>
          <a:solidFill>
            <a:srgbClr val="FCEBD2"/>
          </a:solidFill>
          <a:ln w="12700">
            <a:solidFill>
              <a:srgbClr val="FCEBD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383280" y="48006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service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sees proposal + Judge evidence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669280" y="4800600"/>
            <a:ext cx="2240280" cy="1188720"/>
          </a:xfrm>
          <a:prstGeom prst="roundRect">
            <a:avLst>
              <a:gd name="adj" fmla="val 4615"/>
            </a:avLst>
          </a:prstGeom>
          <a:solidFill>
            <a:srgbClr val="D5F0EC"/>
          </a:solidFill>
          <a:ln w="12700">
            <a:solidFill>
              <a:srgbClr val="D5F0E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760720" y="48006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Verifier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checks; sets “resolved”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8183880" y="3703320"/>
            <a:ext cx="868680" cy="0"/>
          </a:xfrm>
          <a:prstGeom prst="line">
            <a:avLst/>
          </a:prstGeom>
          <a:noFill/>
          <a:ln w="25400">
            <a:solidFill>
              <a:srgbClr val="0F1B2D"/>
            </a:solidFill>
            <a:prstDash val="solid"/>
            <a:tailEnd type="triangle"/>
          </a:ln>
        </p:spPr>
      </p:sp>
      <p:sp>
        <p:nvSpPr>
          <p:cNvPr id="31" name="Text 28"/>
          <p:cNvSpPr txBox="1"/>
          <p:nvPr/>
        </p:nvSpPr>
        <p:spPr>
          <a:xfrm>
            <a:off x="8092440" y="3840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RPC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· allowlist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9144000" y="1188720"/>
            <a:ext cx="2514600" cy="5029200"/>
          </a:xfrm>
          <a:prstGeom prst="roundRect">
            <a:avLst>
              <a:gd name="adj" fmla="val 2909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326880" y="1280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HOST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9326880" y="1737360"/>
            <a:ext cx="2148840" cy="1737360"/>
          </a:xfrm>
          <a:prstGeom prst="roundRect">
            <a:avLst>
              <a:gd name="adj" fmla="val 3158"/>
            </a:avLst>
          </a:prstGeom>
          <a:solidFill>
            <a:srgbClr val="1B2A41"/>
          </a:solidFill>
          <a:ln w="9525">
            <a:solidFill>
              <a:srgbClr val="0E9F8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418320" y="173736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daemon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non-root; no keypair access; token + precondition checks; audit append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9326880" y="3611880"/>
            <a:ext cx="2148840" cy="1097280"/>
          </a:xfrm>
          <a:prstGeom prst="roundRect">
            <a:avLst>
              <a:gd name="adj" fmla="val 5000"/>
            </a:avLst>
          </a:prstGeom>
          <a:solidFill>
            <a:srgbClr val="1B2A41"/>
          </a:solidFill>
          <a:ln w="9525">
            <a:solidFill>
              <a:srgbClr val="0E9F8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418320" y="361188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agave-validator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sol · systemd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9326880" y="4846320"/>
            <a:ext cx="2148840" cy="1188720"/>
          </a:xfrm>
          <a:prstGeom prst="roundRect">
            <a:avLst>
              <a:gd name="adj" fmla="val 4615"/>
            </a:avLst>
          </a:prstGeom>
          <a:solidFill>
            <a:srgbClr val="1B2A41"/>
          </a:solidFill>
          <a:ln w="9525">
            <a:solidFill>
              <a:srgbClr val="0E9F8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418320" y="484632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repository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commits; rollback = previous commit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Autonomy Tiers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32688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v0.2 · DRAFT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2651760" cy="48920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28016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2194560"/>
            <a:ext cx="2651760" cy="32004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38988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144475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01752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catch-up, leader schedule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balance, version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tail, disk, consensus files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31520" y="489204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D5F0EC"/>
          </a:solidFill>
          <a:ln w="12700">
            <a:solidFill>
              <a:srgbClr val="D5F0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8680" y="48920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Auto-approved; audited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355848" y="1280160"/>
            <a:ext cx="2651760" cy="48920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55848" y="128016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55848" y="2194560"/>
            <a:ext cx="2651760" cy="32004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584448" y="138988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4453128" y="144475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Low-risk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3584448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validator impact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584448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3584448" y="301752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alert, write report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hypothesis, propose action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verdict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538728" y="489204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D5F0EC"/>
          </a:solidFill>
          <a:ln w="12700">
            <a:solidFill>
              <a:srgbClr val="D5F0E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675888" y="48920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hook + rate limits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163056" y="1280160"/>
            <a:ext cx="2651760" cy="48920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163056" y="128016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63056" y="2194560"/>
            <a:ext cx="265176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391656" y="138988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</a:t>
            </a:r>
            <a:endParaRPr lang="en-US" sz="3000" dirty="0"/>
          </a:p>
        </p:txBody>
      </p:sp>
      <p:sp>
        <p:nvSpPr>
          <p:cNvPr id="29" name="Text 26"/>
          <p:cNvSpPr txBox="1"/>
          <p:nvPr/>
        </p:nvSpPr>
        <p:spPr>
          <a:xfrm>
            <a:off x="7260336" y="144475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Gated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6391656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 availability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391656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6391656" y="301752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Idle-window restart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upgrade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config commit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345936" y="489204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FCEBD2"/>
          </a:solidFill>
          <a:ln w="12700">
            <a:solidFill>
              <a:srgbClr val="FCEB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83096" y="48920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PASS → human token → executor → framework verify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8970264" y="1280160"/>
            <a:ext cx="2651760" cy="48920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8970264" y="128016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970264" y="2194560"/>
            <a:ext cx="2651760" cy="32004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198864" y="138988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</a:t>
            </a:r>
            <a:endParaRPr lang="en-US" sz="3000" dirty="0"/>
          </a:p>
        </p:txBody>
      </p:sp>
      <p:sp>
        <p:nvSpPr>
          <p:cNvPr id="39" name="Text 36"/>
          <p:cNvSpPr txBox="1"/>
          <p:nvPr/>
        </p:nvSpPr>
        <p:spPr>
          <a:xfrm>
            <a:off x="10067544" y="144475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Forbidden</a:t>
            </a:r>
            <a:endParaRPr lang="en-US" sz="2000" dirty="0"/>
          </a:p>
        </p:txBody>
      </p:sp>
      <p:sp>
        <p:nvSpPr>
          <p:cNvPr id="40" name="Text 37"/>
          <p:cNvSpPr txBox="1"/>
          <p:nvPr/>
        </p:nvSpPr>
        <p:spPr>
          <a:xfrm>
            <a:off x="9198864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text only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9198864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9198864" y="301752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Failover, snapshot download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ops, withdraw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security, policy edits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9153144" y="489204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F8DCD9"/>
          </a:solidFill>
          <a:ln w="12700">
            <a:solidFill>
              <a:srgbClr val="F8DCD9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290304" y="48920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such tools exist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 Action Pipeline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32688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v0.2 · DRAFT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2057400" cy="23774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26771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planner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8803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action + supporting hypothesis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624328" y="2651760"/>
            <a:ext cx="146304" cy="0"/>
          </a:xfrm>
          <a:prstGeom prst="line">
            <a:avLst/>
          </a:prstGeom>
          <a:noFill/>
          <a:ln w="25400">
            <a:solidFill>
              <a:srgbClr val="0F1B2D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788920" y="1463040"/>
            <a:ext cx="2057400" cy="23774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1800" y="1645920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7180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2971800" y="226771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Proposal judge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2971800" y="28803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session; raw signals + proposal + skill preconditions only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864608" y="2651760"/>
            <a:ext cx="146304" cy="0"/>
          </a:xfrm>
          <a:prstGeom prst="line">
            <a:avLst/>
          </a:prstGeom>
          <a:noFill/>
          <a:ln w="25400">
            <a:solidFill>
              <a:srgbClr val="0F1B2D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029200" y="1463040"/>
            <a:ext cx="2057400" cy="23774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212080" y="1645920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120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212080" y="226771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approval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212080" y="28803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proposal, Judge evidence, raw signals → signed token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104888" y="2651760"/>
            <a:ext cx="146304" cy="0"/>
          </a:xfrm>
          <a:prstGeom prst="line">
            <a:avLst/>
          </a:prstGeom>
          <a:noFill/>
          <a:ln w="25400">
            <a:solidFill>
              <a:srgbClr val="0F1B2D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269480" y="1463040"/>
            <a:ext cx="2057400" cy="23774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452360" y="1645920"/>
            <a:ext cx="548640" cy="54864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523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7452360" y="226771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Executor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7452360" y="28803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token + command hash; re-checks preconditions (leader slot)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345168" y="2651760"/>
            <a:ext cx="146304" cy="0"/>
          </a:xfrm>
          <a:prstGeom prst="line">
            <a:avLst/>
          </a:prstGeom>
          <a:noFill/>
          <a:ln w="25400">
            <a:solidFill>
              <a:srgbClr val="0F1B2D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9509760" y="1463040"/>
            <a:ext cx="2057400" cy="23774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9692640" y="1645920"/>
            <a:ext cx="548640" cy="54864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6926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9692640" y="226771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verifier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9692640" y="28803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checks (catch-up, version, not delinquent) → sets state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4114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paths — default is no action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548640" y="461772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8DCD9"/>
          </a:solidFill>
          <a:ln w="12700">
            <a:solidFill>
              <a:srgbClr val="F8DCD9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31520" y="4617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FAIL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planner with evidence; retry budget N exhausted ⇒ hand off to human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4297680" y="461772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8DCD9"/>
          </a:solidFill>
          <a:ln w="12700">
            <a:solidFill>
              <a:srgbClr val="F8DCD9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480560" y="4617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rejects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closed as handed-off; reporter writes incident report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8046720" y="461772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8DCD9"/>
          </a:solidFill>
          <a:ln w="12700">
            <a:solidFill>
              <a:srgbClr val="F8DCD9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229600" y="4617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failure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error, budget exhausted, tamper detected ⇒ no action + human alert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Controls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32688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v0.2 · DRAFT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enforcement layers against arbitrary execution (SR-3)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566160" cy="1325880"/>
          </a:xfrm>
          <a:prstGeom prst="roundRect">
            <a:avLst>
              <a:gd name="adj" fmla="val 4138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64592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· SDK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Built-ins removed; dontAsk mode; role-scoped MCP allowlist; PreToolUse hooks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97680" y="1645920"/>
            <a:ext cx="3566160" cy="1325880"/>
          </a:xfrm>
          <a:prstGeom prst="roundRect">
            <a:avLst>
              <a:gd name="adj" fmla="val 4138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80560" y="164592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· Operating system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Sandbox: no writes except episode API; egress only to Claude API, executor, alerts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046720" y="1645920"/>
            <a:ext cx="3566160" cy="1325880"/>
          </a:xfrm>
          <a:prstGeom prst="roundRect">
            <a:avLst>
              <a:gd name="adj" fmla="val 4138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0" y="164592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· Executor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command table; argument validation; approval token; precondition re-check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324612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77240" y="324612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SR-10 Policy integrity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mount + hash manifest; mismatch ⇒ observe-only + alert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297680" y="324612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526280" y="324612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SR-11 OS sandbox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process confined on filesystem and network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046720" y="324612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275320" y="324612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SR-12 Judge isolation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planner/orchestrator reasoning in Judge inputs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470916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77240" y="470916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SR-13 Audit integrity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Append-only, hash-chained; written by hooks and executor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297680" y="470916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4526280" y="470916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SR-2 Keys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withdrawer keypair on validator or ops host [E]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046720" y="470916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8275320" y="470916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SR-6 Untrusted input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gossip, RPC (Remote Procedure Call) data never followed as instructions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Episode Lifecycle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32688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v0.2 · DRAFT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298448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371600"/>
            <a:ext cx="1298448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938528" y="1371600"/>
            <a:ext cx="1298448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938528" y="1371600"/>
            <a:ext cx="1298448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28416" y="1371600"/>
            <a:ext cx="1298448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28416" y="1371600"/>
            <a:ext cx="1298448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18304" y="1371600"/>
            <a:ext cx="1298448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18304" y="1371600"/>
            <a:ext cx="1298448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08192" y="1371600"/>
            <a:ext cx="1298448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08192" y="1371600"/>
            <a:ext cx="1298448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approval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498080" y="1371600"/>
            <a:ext cx="1298448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98080" y="1371600"/>
            <a:ext cx="1298448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executing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887968" y="1371600"/>
            <a:ext cx="1298448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887968" y="1371600"/>
            <a:ext cx="1298448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10277856" y="1371600"/>
            <a:ext cx="1298448" cy="822960"/>
          </a:xfrm>
          <a:prstGeom prst="roundRect">
            <a:avLst>
              <a:gd name="adj" fmla="val 11111"/>
            </a:avLst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277856" y="1371600"/>
            <a:ext cx="1298448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2286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failure, exhausted budget or tamper ⇒ handed_off + alert · reporter runs at resolved or handed_off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2880360"/>
            <a:ext cx="54864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777240" y="3017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Episode record (framework-owned JSON)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352044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Trigger, policy hash at open, consensus mode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snapshots with timestamps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Hypotheses: claim · test · status · evidence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Proposals, Judge verdicts, approvals, executions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verification results; per-role cost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263640" y="288036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492240" y="3017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sessions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3520440"/>
          <a:ext cx="493776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23444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episode record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change-planner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 + propose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+ supported hypotheses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proposal-judge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 + 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signals, proposal, preconditions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report, alert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+ verification results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Phased Implementation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32688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v0.2 · DRAFT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822960" y="1874520"/>
            <a:ext cx="10515600" cy="0"/>
          </a:xfrm>
          <a:prstGeom prst="line">
            <a:avLst/>
          </a:prstGeom>
          <a:noFill/>
          <a:ln w="3810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1508760"/>
            <a:ext cx="731520" cy="731520"/>
          </a:xfrm>
          <a:prstGeom prst="ellipse">
            <a:avLst/>
          </a:prstGeom>
          <a:solidFill>
            <a:srgbClr val="0E9F8E"/>
          </a:solidFill>
          <a:ln w="38100">
            <a:solidFill>
              <a:srgbClr val="F4F7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42416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1719072" cy="36576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85800" y="265176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291840"/>
            <a:ext cx="1444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semantics, skills loading, sandbox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4617720"/>
            <a:ext cx="1536192" cy="1417320"/>
          </a:xfrm>
          <a:prstGeom prst="roundRect">
            <a:avLst>
              <a:gd name="adj" fmla="val 3226"/>
            </a:avLst>
          </a:prstGeom>
          <a:solidFill>
            <a:srgbClr val="D5F0EC"/>
          </a:solidFill>
          <a:ln w="12700">
            <a:solidFill>
              <a:srgbClr val="D5F0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4617720"/>
            <a:ext cx="13533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verification log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911450" y="1508760"/>
            <a:ext cx="731520" cy="731520"/>
          </a:xfrm>
          <a:prstGeom prst="ellipse">
            <a:avLst/>
          </a:prstGeom>
          <a:solidFill>
            <a:srgbClr val="0E9F8E"/>
          </a:solidFill>
          <a:ln w="38100">
            <a:solidFill>
              <a:srgbClr val="F4F7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91145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2417674" y="2514600"/>
            <a:ext cx="1719072" cy="36576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2554834" y="265176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Read-only core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2554834" y="3291840"/>
            <a:ext cx="1444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T0, audit chain, integrity, sandbox, store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509114" y="4617720"/>
            <a:ext cx="1536192" cy="1417320"/>
          </a:xfrm>
          <a:prstGeom prst="roundRect">
            <a:avLst>
              <a:gd name="adj" fmla="val 3226"/>
            </a:avLst>
          </a:prstGeom>
          <a:solidFill>
            <a:srgbClr val="D5F0EC"/>
          </a:solidFill>
          <a:ln w="12700">
            <a:solidFill>
              <a:srgbClr val="D5F0E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600554" y="4617720"/>
            <a:ext cx="13533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non-T0 execution; tamper ⇒ observe-only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80483" y="1508760"/>
            <a:ext cx="731520" cy="731520"/>
          </a:xfrm>
          <a:prstGeom prst="ellipse">
            <a:avLst/>
          </a:prstGeom>
          <a:solidFill>
            <a:srgbClr val="0E9F8E"/>
          </a:solidFill>
          <a:ln w="38100">
            <a:solidFill>
              <a:srgbClr val="F4F7F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80483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4286707" y="2514600"/>
            <a:ext cx="1719072" cy="36576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4423867" y="265176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+ sentinel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423867" y="3291840"/>
            <a:ext cx="1444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Planner, Judge, reporter, skills, verifier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378147" y="4617720"/>
            <a:ext cx="1536192" cy="1417320"/>
          </a:xfrm>
          <a:prstGeom prst="roundRect">
            <a:avLst>
              <a:gd name="adj" fmla="val 3226"/>
            </a:avLst>
          </a:prstGeom>
          <a:solidFill>
            <a:srgbClr val="D5F0EC"/>
          </a:solidFill>
          <a:ln w="12700">
            <a:solidFill>
              <a:srgbClr val="D5F0E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469587" y="4617720"/>
            <a:ext cx="13533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faults detected; Judge catches seeded cases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649517" y="1508760"/>
            <a:ext cx="731520" cy="731520"/>
          </a:xfrm>
          <a:prstGeom prst="ellipse">
            <a:avLst/>
          </a:prstGeom>
          <a:solidFill>
            <a:srgbClr val="0E9F8E"/>
          </a:solidFill>
          <a:ln w="38100">
            <a:solidFill>
              <a:srgbClr val="F4F7F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649517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9" name="Shape 26"/>
          <p:cNvSpPr/>
          <p:nvPr/>
        </p:nvSpPr>
        <p:spPr>
          <a:xfrm>
            <a:off x="6155741" y="2514600"/>
            <a:ext cx="1719072" cy="36576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292901" y="265176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Gated (testnet)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292901" y="3291840"/>
            <a:ext cx="1444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Approval, tokens, restart and upgrade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247181" y="4617720"/>
            <a:ext cx="1536192" cy="1417320"/>
          </a:xfrm>
          <a:prstGeom prst="roundRect">
            <a:avLst>
              <a:gd name="adj" fmla="val 3226"/>
            </a:avLst>
          </a:prstGeom>
          <a:solidFill>
            <a:srgbClr val="D5F0EC"/>
          </a:solidFill>
          <a:ln w="12700">
            <a:solidFill>
              <a:srgbClr val="D5F0E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38621" y="4617720"/>
            <a:ext cx="13533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upgrade verified by framework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518550" y="1508760"/>
            <a:ext cx="731520" cy="731520"/>
          </a:xfrm>
          <a:prstGeom prst="ellipse">
            <a:avLst/>
          </a:prstGeom>
          <a:solidFill>
            <a:srgbClr val="D97706"/>
          </a:solidFill>
          <a:ln w="38100">
            <a:solidFill>
              <a:srgbClr val="F4F7F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51855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36" name="Shape 33"/>
          <p:cNvSpPr/>
          <p:nvPr/>
        </p:nvSpPr>
        <p:spPr>
          <a:xfrm>
            <a:off x="8024774" y="2514600"/>
            <a:ext cx="1719072" cy="36576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Text 34"/>
          <p:cNvSpPr txBox="1"/>
          <p:nvPr/>
        </p:nvSpPr>
        <p:spPr>
          <a:xfrm>
            <a:off x="8161934" y="265176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Shadow mode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8161934" y="3291840"/>
            <a:ext cx="1444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pipeline, execution disabled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8116214" y="4617720"/>
            <a:ext cx="1536192" cy="1417320"/>
          </a:xfrm>
          <a:prstGeom prst="roundRect">
            <a:avLst>
              <a:gd name="adj" fmla="val 3226"/>
            </a:avLst>
          </a:prstGeom>
          <a:solidFill>
            <a:srgbClr val="D5F0EC"/>
          </a:solidFill>
          <a:ln w="12700">
            <a:solidFill>
              <a:srgbClr val="D5F0EC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207654" y="4617720"/>
            <a:ext cx="13533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period done; metrics collected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10387584" y="1508760"/>
            <a:ext cx="731520" cy="731520"/>
          </a:xfrm>
          <a:prstGeom prst="ellipse">
            <a:avLst/>
          </a:prstGeom>
          <a:solidFill>
            <a:srgbClr val="0F1B2D"/>
          </a:solidFill>
          <a:ln w="38100">
            <a:solidFill>
              <a:srgbClr val="F4F7F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0387584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3" name="Shape 40"/>
          <p:cNvSpPr/>
          <p:nvPr/>
        </p:nvSpPr>
        <p:spPr>
          <a:xfrm>
            <a:off x="9893808" y="2514600"/>
            <a:ext cx="1719072" cy="36576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4" name="Text 41"/>
          <p:cNvSpPr txBox="1"/>
          <p:nvPr/>
        </p:nvSpPr>
        <p:spPr>
          <a:xfrm>
            <a:off x="10030968" y="265176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autonomy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10030968" y="3291840"/>
            <a:ext cx="1444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with approval on target cluster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9985248" y="4617720"/>
            <a:ext cx="1536192" cy="1417320"/>
          </a:xfrm>
          <a:prstGeom prst="roundRect">
            <a:avLst>
              <a:gd name="adj" fmla="val 3226"/>
            </a:avLst>
          </a:prstGeom>
          <a:solidFill>
            <a:srgbClr val="D5F0EC"/>
          </a:solidFill>
          <a:ln w="12700">
            <a:solidFill>
              <a:srgbClr val="D5F0EC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0076688" y="4617720"/>
            <a:ext cx="13533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sign-off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Metrics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32688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v0.2 · DRAFT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1371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categories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874520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(CI-blocking)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 built-ins, forged/expired tokens, hook timeout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and sandbox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policy ⇒ observe-only; escape attempts blocked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adversarial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silencing, liveness-only recovery, restart loops, injection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ownership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cannot set “resolved”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(testnet)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delinquency, low balance, restart, upgrade, catch-up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 and repetition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down, budgets exhausted; N repeated trials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63640" y="123444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92240" y="1371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(targets TBD)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92240" y="1920240"/>
            <a:ext cx="4892040" cy="1143000"/>
          </a:xfrm>
          <a:prstGeom prst="roundRect">
            <a:avLst>
              <a:gd name="adj" fmla="val 48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75120" y="192024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pPr indent="0" marL="0">
              <a:buNone/>
            </a:pPr>
            <a:r>
              <a:rPr lang="en-US" sz="15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unauthorized executions — hard requirement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6537960" y="324612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Detection: MTTD vs. watchtower alone; recovery: MTTR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Judge: FAIL rate, confirmed-correct FAILs, seeded-case detection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Human: approval, override and post-PASS rejection rates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Quality: diagnosis correctness, false-positive episodes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role: USD and turns per episode and per day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Guardrails: Anti-Patterns and Kill Criteria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32688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v0.2 · DRAFT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8DCD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1371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Prohibited anti-patterns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1920240"/>
            <a:ext cx="50292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Try-measure-revert search on the live validator — revert does not undo downtime or missed leader slots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widening its own scope, tiers, thresholds or conditions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writing to executor, validator config, policy, skills or audit log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grading its own action or marking an episode resolved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Single-trial safety evaluation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63640" y="123444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92240" y="1371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Kill criteria — stop or redesign if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92240" y="1965960"/>
            <a:ext cx="411480" cy="41148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9224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040880" y="19202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0: SDK permission, hook or sandbox semantics cannot guarantee SR-3/4/10/11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92240" y="2788920"/>
            <a:ext cx="411480" cy="41148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9224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040880" y="27432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unauthorized execution not traceable to a fixable defect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92240" y="3611880"/>
            <a:ext cx="411480" cy="41148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9224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35661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misses seeded cases above owner tolerance (TBD)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92240" y="4434840"/>
            <a:ext cx="411480" cy="41148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92240" y="4434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43891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Shadow-mode diagnosis quality below threshold (TBD)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492240" y="5257800"/>
            <a:ext cx="411480" cy="41148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92240" y="5257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52120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cost incl. Judge exceeds budget (TBD) with no reduction path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Needed From Owner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326880" y="6400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v0.2 · DRAFT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108960"/>
                <a:gridCol w="7132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Options / note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 language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or TypeScript (TypeScript exposes more hook events)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Validator client(s)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Agave only vs. others [U]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4 cluster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testnet or mainnet-beta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 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from source vs. release binaries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/ approval channel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Slack, Discord, Telegram, Twilio, other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Thresholds and budgets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floor, turns, USD, retry budget N, trials, tolerances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selection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Pinned model IDs; separate Judge model is unproven [H]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or adjust T0–T3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Consensus 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Alpenglow active on the target cluster? [U]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tuning track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Pursue or not; replay-corpus budget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sandbox backend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e.g., bubblewrap vs. landlock (weaker)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Approver policy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vs. two-person approval for T2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Basis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[E] externally verifiable · [A] design choice · [H] hypothesis · [U] unknown — no performance, stake, reward or cost figures are asserted; all are TBD by owner.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49240" cy="2926080"/>
          </a:xfrm>
          <a:prstGeom prst="roundRect">
            <a:avLst>
              <a:gd name="adj" fmla="val 2500"/>
            </a:avLst>
          </a:prstGeom>
          <a:solidFill>
            <a:srgbClr val="1B2A41"/>
          </a:solidFill>
          <a:ln w="9525">
            <a:solidFill>
              <a:srgbClr val="0E9F8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sources [E]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 docs: Operating a Validator; Monitoring, Operations and Security best practices; Node Failover guide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docs: Agent SDK overview; Permissions; Hooks; Python SDK reference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accessed 2026-09-17; re-verified in Phase 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2103120"/>
            <a:ext cx="5349240" cy="2926080"/>
          </a:xfrm>
          <a:prstGeom prst="roundRect">
            <a:avLst>
              <a:gd name="adj" fmla="val 2500"/>
            </a:avLst>
          </a:prstGeom>
          <a:solidFill>
            <a:srgbClr val="1B2A41"/>
          </a:solidFill>
          <a:ln w="9525">
            <a:solidFill>
              <a:srgbClr val="0E9F8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inspiration only [A]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78892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R1: Kamahori, Li, Peter, Kasikci — VibeServe, arXiv:2605.06068 (preprint, not peer-reviewed; single-seed; build-time code synthesis, Codex CLI harness)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R2: uw-syfi/vibesys repository (MIT license)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structural safeguards only — never as validation, never for live search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3492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detail: solana-validator-ops-agent-plan-v0.2.md · Review record: plan-review-vs-vibeserve.md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Solana Validator Ops Agent — Plan v0.2 Summary</dc:title>
  <dc:subject>PptxGenJS Presentation</dc:subject>
  <dc:creator>Peng Huang</dc:creator>
  <cp:lastModifiedBy>Peng Huang</cp:lastModifiedBy>
  <cp:revision>1</cp:revision>
  <dcterms:created xsi:type="dcterms:W3CDTF">2026-09-17T17:47:55Z</dcterms:created>
  <dcterms:modified xsi:type="dcterms:W3CDTF">2026-09-17T17:47:55Z</dcterms:modified>
</cp:coreProperties>
</file>