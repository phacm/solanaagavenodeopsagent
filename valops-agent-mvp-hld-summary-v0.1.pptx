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of valops-agent-mvp-hld-v0.1.md. This HLD specifies only milestone M0; plan v0.2 governs the wider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§1–2. The thesis: the riskiest parts are judgement and containment, not the actions. M0 ships both and no ability to change the validator.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§2.3 and DD-5. Availability risk of the MVP is zero by construction, not by policy. Anti-goals are enforced in code and in the store API, not stated in a prompt.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§4.1. The ops host is separate from the validator, the same reasoning Anza gives for running watchtower off-box [E]; applied to the agent [A]. mTLS = Mutual Transport Layer Security.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§4.3 DD-1 to DD-7. DD-6 is the SDK fact that constrains the rest: in dontAsk mode canUseTool is never called, so no control may depend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§4.2 and §6.3. Hook deny applies in every permission mode and wins over allow [E]. The policy gate re-checks the manifest hash on every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§5.2 and §5.7. Both contracts are rejected at the store API, not requested in a prompt — a claim with no refuting test cannot be filed.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§8. Commands cited come from the Anza operations and failover guides [E]. Stability window W and thresholds are TBD by owner.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§5.7 and §7.3. The judge view is produced by the store, not by prompt instruction — read_episode(view="judge") omits planner and diagnostician prose.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§9. Default on every failure is no action plus a human alert. The validator’s own availability does not depend on any tier below.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§13. Every gate must hold. Suites are frozen before the run so they cannot be tuned to pass.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§12. Complexity ratings are design judgements [A]; calendar duration is TBD by owner — no estimate is asserted. W1 gates everything and may amend the SDK configuration.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HLD §14. D2, D4, D8, D10 and D12 do not block M0: it targets Agave only, performs no upgrade, exposes no gated tier and has no approval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S1–S9 and R1–R2 as listed in HLD §15.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280160"/>
            <a:ext cx="4206240" cy="4206240"/>
          </a:xfrm>
          <a:prstGeom prst="ellipse">
            <a:avLst/>
          </a:prstGeom>
          <a:solidFill>
            <a:srgbClr val="0E9F8E">
              <a:alpha val="28000"/>
            </a:srgbClr>
          </a:solidFill>
          <a:ln w="12700">
            <a:solidFill>
              <a:srgbClr val="0E9F8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480560"/>
            <a:ext cx="2194560" cy="2194560"/>
          </a:xfrm>
          <a:prstGeom prst="ellipse">
            <a:avLst/>
          </a:prstGeom>
          <a:solidFill>
            <a:srgbClr val="D97706">
              <a:alpha val="22000"/>
            </a:srgbClr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Solana Validator Ops Agent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MVP High-Level Design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731520" y="315468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1546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— Observe · Diagnose · Recommend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388620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Refines plan v0.2 · Milestone scope only · HLD v0.1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53949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 Huang · peng.huang@acm.org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2026-09-17 · DRAFT — for review before any code is written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M0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09728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097280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riskiest parts of this system are judgement and containment — not the actions. M0 ships both, and ships no ability to change the validator.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39496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22960" y="2560320"/>
            <a:ext cx="457200" cy="45720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 — C1 to C9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31546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health checks on one Agave validator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record: append-only, framework-owned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Hypothesis-driven diagnosis (falsifiable, enforced)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for a human to execute manually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judge verdict on every recommendation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and operator alert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recovery confirmation and closure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integrity, OS sandbox, hash-chained audit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263640" y="2331720"/>
            <a:ext cx="534924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537960" y="256032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53796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132320" y="25603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Deferred to M1 and later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83680" y="3154680"/>
            <a:ext cx="4800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gated execution — restart, upgrade  (M1)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service and signed tokens  (M1)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repository, deploy-by-commit  (M1)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Post-action verification  (M1)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Mainnet-beta deployment  (M2)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Multi-validator fleet; offline tuning loop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Withdrawer-key and stake operations — never [E]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Structural Guarantee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14400" y="1143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423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 contains no state-changing command at all.</a:t>
            </a:r>
            <a:endParaRPr lang="en-US" sz="24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risk is zero by construction — not by policy, not by prompt.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804672" y="3063240"/>
            <a:ext cx="566928" cy="56692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0467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804672" y="37673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Read-only command table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4462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daemon accepts a fixed enum of nine read-only command ids. No code path reaches a state-changing command.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297680" y="2834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553712" y="3063240"/>
            <a:ext cx="566928" cy="566928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5371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4553712" y="37673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Expensive to change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53712" y="4462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one needs a code change, a policy-manifest change, a new hash and review — configuration alone cannot enable it.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046720" y="2834640"/>
            <a:ext cx="356616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02752" y="3063240"/>
            <a:ext cx="566928" cy="56692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02752" y="3063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8302752" y="3767328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cannot close an episode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02752" y="4462272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store rejects “resolved” and any verification write from an agent principal, server-side. Closure is computed by the verifier.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design choices [A]; the withdrawer-key exclusion is [E] from the Anza security guidance.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43000"/>
            <a:ext cx="77724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2344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HOST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77240" y="1600200"/>
            <a:ext cx="2286000" cy="658368"/>
          </a:xfrm>
          <a:prstGeom prst="roundRect">
            <a:avLst>
              <a:gd name="adj" fmla="val 8333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50392" y="1600200"/>
            <a:ext cx="21396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agave-watchtower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off-box monitoring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2395728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" y="2395728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checks; opens episodes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777240" y="3282696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50392" y="3282696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Store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append-only; source of truth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77240" y="4169664"/>
            <a:ext cx="2286000" cy="841248"/>
          </a:xfrm>
          <a:prstGeom prst="roundRect">
            <a:avLst>
              <a:gd name="adj" fmla="val 6522"/>
            </a:avLst>
          </a:prstGeom>
          <a:solidFill>
            <a:srgbClr val="D5F0EC"/>
          </a:solidFill>
          <a:ln w="12700">
            <a:solidFill>
              <a:srgbClr val="D5F0E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50392" y="4169664"/>
            <a:ext cx="213969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Verifier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writer of “resolved”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777240" y="5148072"/>
            <a:ext cx="2286000" cy="749808"/>
          </a:xfrm>
          <a:prstGeom prst="roundRect">
            <a:avLst>
              <a:gd name="adj" fmla="val 7317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0392" y="5148072"/>
            <a:ext cx="21396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mount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· SHA-256 manifest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3291840" y="1600200"/>
            <a:ext cx="4800600" cy="3429000"/>
          </a:xfrm>
          <a:prstGeom prst="roundRect">
            <a:avLst>
              <a:gd name="adj" fmla="val 1600"/>
            </a:avLst>
          </a:prstGeom>
          <a:solidFill>
            <a:srgbClr val="F4F7FA"/>
          </a:solidFill>
          <a:ln w="15875">
            <a:solidFill>
              <a:srgbClr val="0E9F8E"/>
            </a:solidFill>
            <a:prstDash val="dash"/>
          </a:ln>
        </p:spPr>
      </p:sp>
      <p:sp>
        <p:nvSpPr>
          <p:cNvPr id="18" name="Text 15"/>
          <p:cNvSpPr txBox="1"/>
          <p:nvPr/>
        </p:nvSpPr>
        <p:spPr>
          <a:xfrm>
            <a:off x="3429000" y="1664208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sandbox · Episode Runner (deterministic state machine)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474720" y="2084832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547872" y="2084832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diagnostician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tools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42432" y="2084832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815584" y="2084832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change-planner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+ propose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474720" y="2889504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FCEBD2"/>
          </a:solidFill>
          <a:ln w="12700">
            <a:solidFill>
              <a:srgbClr val="FCEBD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547872" y="2889504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proposal-judge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 input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742432" y="2889504"/>
            <a:ext cx="2148840" cy="676656"/>
          </a:xfrm>
          <a:prstGeom prst="roundRect">
            <a:avLst>
              <a:gd name="adj" fmla="val 810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815584" y="2889504"/>
            <a:ext cx="20025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+ alert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3474720" y="3794760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FRESH Claude Agent SDK session per step · tools: in-process MCP server “valops” only · PreToolUse policy gate + audit hooks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3291840" y="5148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64992" y="514807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· hash-chained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760720" y="5148072"/>
            <a:ext cx="2331720" cy="749808"/>
          </a:xfrm>
          <a:prstGeom prst="roundRect">
            <a:avLst>
              <a:gd name="adj" fmla="val 7317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833872" y="5148072"/>
            <a:ext cx="218541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sink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channel (D5)</a:t>
            </a:r>
            <a:endParaRPr lang="en-US" sz="1300" dirty="0"/>
          </a:p>
        </p:txBody>
      </p:sp>
      <p:sp>
        <p:nvSpPr>
          <p:cNvPr id="32" name="Shape 29"/>
          <p:cNvSpPr/>
          <p:nvPr/>
        </p:nvSpPr>
        <p:spPr>
          <a:xfrm>
            <a:off x="8366760" y="3520440"/>
            <a:ext cx="777240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8275320" y="3675888"/>
            <a:ext cx="960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mTLS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command-id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9281160" y="1143000"/>
            <a:ext cx="2331720" cy="4892040"/>
          </a:xfrm>
          <a:prstGeom prst="roundRect">
            <a:avLst>
              <a:gd name="adj" fmla="val 3137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9464040" y="123444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HOST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9464040" y="1600200"/>
            <a:ext cx="1965960" cy="2103120"/>
          </a:xfrm>
          <a:prstGeom prst="roundRect">
            <a:avLst>
              <a:gd name="adj" fmla="val 2791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537192" y="1600200"/>
            <a:ext cx="181965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daemon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non-root `valops`; no keypair access; nine read-only command ids; typed args; output caps</a:t>
            </a:r>
            <a:endParaRPr lang="en-US" sz="1250" dirty="0"/>
          </a:p>
        </p:txBody>
      </p:sp>
      <p:sp>
        <p:nvSpPr>
          <p:cNvPr id="38" name="Shape 35"/>
          <p:cNvSpPr/>
          <p:nvPr/>
        </p:nvSpPr>
        <p:spPr>
          <a:xfrm>
            <a:off x="9464040" y="3931920"/>
            <a:ext cx="1965960" cy="1234440"/>
          </a:xfrm>
          <a:prstGeom prst="roundRect">
            <a:avLst>
              <a:gd name="adj" fmla="val 4444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537192" y="3931920"/>
            <a:ext cx="18196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agave-validator</a:t>
            </a:r>
            <a:endParaRPr lang="en-US" sz="12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`sol` · systemd</a:t>
            </a:r>
            <a:endParaRPr lang="en-US" sz="1250" dirty="0"/>
          </a:p>
        </p:txBody>
      </p:sp>
      <p:sp>
        <p:nvSpPr>
          <p:cNvPr id="40" name="Text 37"/>
          <p:cNvSpPr txBox="1"/>
          <p:nvPr/>
        </p:nvSpPr>
        <p:spPr>
          <a:xfrm>
            <a:off x="9464040" y="53492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write path exists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Design Decisions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38988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3898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store is the source of truth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487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any model context. Survives restarts and long waits; no single context spans an episode.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97680" y="11887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26280" y="138988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526280" y="13898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2628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Fresh session per step, not subagents</a:t>
            </a:r>
            <a:endParaRPr lang="en-US" sz="15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487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 permission inheritance does not guarantee the judge a clean context. Separate top-level sessions do.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46720" y="118872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75320" y="138988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75320" y="138988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DD-3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275320" y="18288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Command id, not command string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8275320" y="248716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observer daemon accepts an enum. Shell injection and argument smuggling are removed as a class.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657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77240" y="385876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77240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DD-4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42976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Closure is computed, never asserted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777240" y="4956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verifier re-samples signals over a stability window. The model cannot grade its own work.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4297680" y="3657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26280" y="385876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26280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DD-5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4526280" y="42976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state-changing command in M0</a:t>
            </a:r>
            <a:endParaRPr lang="en-US" sz="1550" dirty="0"/>
          </a:p>
        </p:txBody>
      </p:sp>
      <p:sp>
        <p:nvSpPr>
          <p:cNvPr id="29" name="Text 26"/>
          <p:cNvSpPr txBox="1"/>
          <p:nvPr/>
        </p:nvSpPr>
        <p:spPr>
          <a:xfrm>
            <a:off x="4526280" y="4956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availability risk is structurally zero rather than policy-zero.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8046720" y="3657600"/>
            <a:ext cx="356616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8275320" y="3858768"/>
            <a:ext cx="749808" cy="347472"/>
          </a:xfrm>
          <a:prstGeom prst="roundRect">
            <a:avLst>
              <a:gd name="adj" fmla="val 15789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275320" y="3858768"/>
            <a:ext cx="7498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DD-6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275320" y="429768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dontAsk mode with role-scoped allowlists</a:t>
            </a:r>
            <a:endParaRPr lang="en-US" sz="1550" dirty="0"/>
          </a:p>
        </p:txBody>
      </p:sp>
      <p:sp>
        <p:nvSpPr>
          <p:cNvPr id="34" name="Text 31"/>
          <p:cNvSpPr txBox="1"/>
          <p:nvPr/>
        </p:nvSpPr>
        <p:spPr>
          <a:xfrm>
            <a:off x="8275320" y="4956048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not pre-approved is denied. canUseTool is never invoked in this mode — no control may rely on it. [E]</a:t>
            </a:r>
            <a:endParaRPr lang="en-US" sz="125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implementation language is Python, pending decision D1 (DD-7).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Containment: Trust Boundaries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234440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 ↔  everything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840480" y="1490472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840480" y="1490472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calls only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5715000" y="1234440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PreToolUse policy gate; deny wins over allow in all modes  [E]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276856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22960" y="2276856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process  ↔  ops host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840480" y="2532888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840480" y="2532888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syscalls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5715000" y="2276856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sandbox: writes only to the episode-store socket; egress only to Claude API, daemon, alert sink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19272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822960" y="3319272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host  ↔  validator host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840480" y="3575304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840480" y="357530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mTLS HTTPS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5715000" y="3319272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Command-id allowlist; the daemon accepts an enum, never a shell string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48640" y="4361688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" y="4361688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 ↔  policy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3840480" y="4617720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840480" y="4617720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writes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5715000" y="4361688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mount + SHA-256 manifest, verified at start-up and at every episode open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404104"/>
            <a:ext cx="11064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822960" y="5404104"/>
            <a:ext cx="29260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 output  ↔  LLM context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840480" y="5660136"/>
            <a:ext cx="1691640" cy="420624"/>
          </a:xfrm>
          <a:prstGeom prst="roundRect">
            <a:avLst>
              <a:gd name="adj" fmla="val 13043"/>
            </a:avLst>
          </a:prstGeom>
          <a:solidFill>
            <a:srgbClr val="C9D6E3"/>
          </a:solidFill>
          <a:ln w="12700">
            <a:solidFill>
              <a:srgbClr val="C9D6E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840480" y="5660136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results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5715000" y="5404104"/>
            <a:ext cx="56692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Structured, size-capped, redacted; treated as untrusted data — never instruction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Episode Lifecycle and Contracts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157984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57984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767328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67328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76672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376672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986016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86016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595360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595360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operator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204704" y="1234440"/>
            <a:ext cx="1517904" cy="777240"/>
          </a:xfrm>
          <a:prstGeom prst="roundRect">
            <a:avLst>
              <a:gd name="adj" fmla="val 11765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204704" y="1234440"/>
            <a:ext cx="1517904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21488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FAIL returns to “recommending”, at most N times (N is TBD) · any failure, budget exhaustion or integrity fault ⇒ handed_off + alert · only the verifier sets “resolved”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539496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822960" y="2926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Hypothesis contract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33649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by the store unless it carries all three: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868680" y="374904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— what is believed to be wrong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— an observation that could refute it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expected_evidence — what that test should show</a:t>
            </a:r>
            <a:endParaRPr lang="en-US" sz="135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1206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forces falsifiable diagnosis instead of narrative.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6263640" y="278892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3"/>
          <p:cNvSpPr txBox="1"/>
          <p:nvPr/>
        </p:nvSpPr>
        <p:spPr>
          <a:xfrm>
            <a:off x="6492240" y="29260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 contract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6492240" y="33649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name all five: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6537960" y="37490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action, in operator terms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runbook skill it came from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preconditions to verify before acting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expected post-condition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it addresses</a:t>
            </a:r>
            <a:endParaRPr lang="en-US" sz="1350" dirty="0"/>
          </a:p>
        </p:txBody>
      </p:sp>
      <p:sp>
        <p:nvSpPr>
          <p:cNvPr id="29" name="Text 26"/>
          <p:cNvSpPr txBox="1"/>
          <p:nvPr/>
        </p:nvSpPr>
        <p:spPr>
          <a:xfrm>
            <a:off x="649224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M0 the action is text for a human — no code performs it.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Delinquency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1234440" y="1188720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307592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307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463040" y="118872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118872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Catch-up distance over threshold for two consecutive samples → episode opened; monitor, catch-up, host metrics and leader schedule captured as signals.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1234440" y="2039112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57984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463040" y="2039112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Diagnostician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383280" y="2039112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“ledger volume full” — refuted by disk headroom.  h2 “version drift after update” — supported by running-version check.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1234440" y="2889504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008376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300837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463040" y="2889504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planner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383280" y="2889504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restart into an idle window to pick up version X. Cites the restart skill, its preconditions and the expected post-condition.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1234440" y="3739896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48640" y="385876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38587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463040" y="3739896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 judge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3383280" y="3739896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session, isolated input. Checks preconditions against the detected consensus mode, evidence in raw signals, least-impact option, success-gaming, log injection → PASS.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234440" y="4590288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48640" y="4709160"/>
            <a:ext cx="548640" cy="5486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4864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t4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1463040" y="4590288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Reporter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3383280" y="4590288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 and alert to the operator, carrying the recommendation, the judge’s checks and the raw signals. State: awaiting operator.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1234440" y="5440680"/>
            <a:ext cx="10378440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548640" y="5559552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48640" y="55595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t5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1463040" y="5440680"/>
            <a:ext cx="18288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Verifier</a:t>
            </a:r>
            <a:endParaRPr lang="en-US" sz="1500" dirty="0"/>
          </a:p>
        </p:txBody>
      </p:sp>
      <p:sp>
        <p:nvSpPr>
          <p:cNvPr id="34" name="Text 31"/>
          <p:cNvSpPr txBox="1"/>
          <p:nvPr/>
        </p:nvSpPr>
        <p:spPr>
          <a:xfrm>
            <a:off x="3383280" y="5440680"/>
            <a:ext cx="8001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acts manually. Verifier keeps re-sampling; the recovery predicate holding for W consecutive samples sets “resolved”. Otherwise the alert escalates.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and Tool Surface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926080"/>
                <a:gridCol w="2926080"/>
                <a:gridCol w="31089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given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diagnostician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tools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episode record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hypotheses (falsifiable)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change-planner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+ propose_recommendation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including hypotheses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recommendation, bound to one hypothesis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proposal-judge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+ submit_verdict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view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 / FAIL + the checks performed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BD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write_incident_report, send_alert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including verification records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report + operator alert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206240"/>
            <a:ext cx="11064240" cy="1783080"/>
          </a:xfrm>
          <a:prstGeom prst="roundRect">
            <a:avLst>
              <a:gd name="adj" fmla="val 4103"/>
            </a:avLst>
          </a:prstGeom>
          <a:solidFill>
            <a:srgbClr val="FCEBD2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 txBox="1"/>
          <p:nvPr/>
        </p:nvSpPr>
        <p:spPr>
          <a:xfrm>
            <a:off x="868680" y="437083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Judge isolation — why it is a store feature, not a prompt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868680" y="477316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read_episode(view = "judge") returns the raw signal snapshot, the recommendation and the skill preconditions — and nothing else. No hypothesis prose, no planner rationale, no prior verdicts. The runner asserts this in test; a shared framing of the incident is exactly the blind spot the judge exists to catch.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Modes and Degradation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188720"/>
            <a:ext cx="6309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Failure handling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1828800"/>
            <a:ext cx="57607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API down, or budget hit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handed off with signals gathered; alert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FAILs N times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handed off, carrying every FAIL reason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hash mismatch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observe-only mode; high-severity alert; no LLM step runs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daemon unreachable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watchtower-only signals; no episode opened on missing data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store write fails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aborts; nothing assumed written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tool, or sandbox violation</a:t>
            </a:r>
            <a:endParaRPr lang="en-US" sz="13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blocked, audited, surfaced in the report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178040" y="1188720"/>
            <a:ext cx="4434840" cy="475488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7406640" y="13258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ladder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7406640" y="1874520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5875">
            <a:solidFill>
              <a:srgbClr val="0E9F8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1874520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operation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components healthy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9390888" y="2642616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7406640" y="2807208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5875">
            <a:solidFill>
              <a:srgbClr val="0E9F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2807208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Observe-only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or integrity fault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9390888" y="3575304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7406640" y="3739896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589520" y="3739896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and alert only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unavailable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9390888" y="4507992"/>
            <a:ext cx="0" cy="146304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406640" y="4672584"/>
            <a:ext cx="3977640" cy="749808"/>
          </a:xfrm>
          <a:prstGeom prst="roundRect">
            <a:avLst>
              <a:gd name="adj" fmla="val 7317"/>
            </a:avLst>
          </a:prstGeom>
          <a:solidFill>
            <a:srgbClr val="F4F7FA"/>
          </a:solidFill>
          <a:ln w="15875">
            <a:solidFill>
              <a:srgbClr val="D9770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589520" y="4672584"/>
            <a:ext cx="3657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Watchtower only</a:t>
            </a: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host down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7406640" y="5486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validator keeps running through all four.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M0 Exit Criteria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261872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261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18872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blocking test suite passes, repeated over N trials, with zero unauthorized executions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883664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1097280" y="181051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write-path-absence static check passes on the shipped artefact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2505456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505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097280" y="24323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seeded judge adversarial case returns FAIL, on a suite frozen before the run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127248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8640" y="3127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097280" y="3054096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injected fault classes on testnet each yield a correct episode, a correctly ranked hypothesis and an actionable recommendation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48640" y="3749040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49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367588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and sandbox tests each force the expected degraded state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548640" y="4370832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48640" y="43708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429768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Per-role cost measured over the run-in, so budgets are set from data rather than guessed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548640" y="4992624"/>
            <a:ext cx="420624" cy="420624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48640" y="49926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097280" y="4919472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verification-spike log is written and the design amended wherever the SDK behaved differently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48640" y="5577840"/>
            <a:ext cx="11064240" cy="777240"/>
          </a:xfrm>
          <a:prstGeom prst="roundRect">
            <a:avLst>
              <a:gd name="adj" fmla="val 7059"/>
            </a:avLst>
          </a:prstGeom>
          <a:solidFill>
            <a:srgbClr val="F8DCD9"/>
          </a:solidFill>
          <a:ln w="12700">
            <a:solidFill>
              <a:srgbClr val="F8DCD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68680" y="557784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M0 kill trigger:  </a:t>
            </a:r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verification spike shows the SDK’s permission, hook or sandbox semantics cannot guarantee the containment requirements on the pinned version — stop and redesign the containment layer before writing further code.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 Breakdown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5087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874520"/>
            <a:ext cx="2697480" cy="201168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49808" y="150876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240280"/>
            <a:ext cx="2313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  SDK verification spike  (gates all)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  Observer daemon + command table + mTLS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  Episode store + schema + invariants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  Audit chain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  Policy mount + manifest + fallback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  OS sandbox profile  (D11)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64408" y="3200400"/>
            <a:ext cx="128016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410712" y="15087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10712" y="15087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1874520"/>
            <a:ext cx="2697480" cy="20116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611880" y="150876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layer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611880" y="2240280"/>
            <a:ext cx="2313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  MCP tool server, role-scoped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  Hooks: policy gate + audit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  Episode runner state machine  (L)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6126480" y="3200400"/>
            <a:ext cx="128016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6272784" y="15087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272784" y="15087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272784" y="1874520"/>
            <a:ext cx="2697480" cy="20116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73952" y="150876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6473952" y="2240280"/>
            <a:ext cx="2313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  Sentinel + thresholds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  Skills library v1 (from Anza docs)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W12  Role prompts + judge checklist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  Recovery verifier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W14  Reporter + alert sink  (D5)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988552" y="3200400"/>
            <a:ext cx="128016" cy="0"/>
          </a:xfrm>
          <a:prstGeom prst="line">
            <a:avLst/>
          </a:prstGeom>
          <a:noFill/>
          <a:ln w="25400">
            <a:solidFill>
              <a:srgbClr val="0F1B2D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134856" y="1508760"/>
            <a:ext cx="2697480" cy="33832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9134856" y="1508760"/>
            <a:ext cx="2697480" cy="566928"/>
          </a:xfrm>
          <a:prstGeom prst="roundRect">
            <a:avLst>
              <a:gd name="adj" fmla="val 1290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9134856" y="1874520"/>
            <a:ext cx="2697480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36024" y="1508760"/>
            <a:ext cx="2295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9336024" y="2240280"/>
            <a:ext cx="231343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W15  Test suites + fault-injection harness  (L)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W16  Testnet deployment and run-in</a:t>
            </a:r>
            <a:endParaRPr lang="en-US" sz="125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50749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by dependency, not by calendar. Items marked (L) are the two largest pieces.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B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Decisions Blocking M0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9052560" y="64008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HLD · M0 · DRAFT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110642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834640"/>
                <a:gridCol w="5577840"/>
                <a:gridCol w="19202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Implementation language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assumed in this design; TypeScript would move session start/end work into hooks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 and all code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cluster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design assumes testnet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channel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watchtower supports Slack, Discord, Telegram, Twilio [E]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Thresholds and budgets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 floor, intervals, turns, USD, retry budget N, stability window W, trial count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W9, W10, W15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model id(s)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cheaper model for the judge is possible but unproven [H]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W1, W10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Consensus mode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Alpenglow active on the target cluster at deployment? [U]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W11, W13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OS sandbox backend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be demonstrated during the spike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Manifest signing-key custody and rotation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yet specified — TBD by owner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67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rows are the two that need answering first: the language choice gates every line of code, and the signing-key scheme is the one control not yet specified.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Basis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23444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[E] externally verifiable · [A] design choice · [H] hypothesis · [U] unknown — no performance, cost, stake or reward figure is asserted; every threshold is TBD by owner.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Requirements sources [E]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788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 docs: Operating a Validator; Monitoring, Operations and Security best practices; Node Failover guide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docs: Agent SDK overview; Permissions; Hooks; Python SDK reference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accessed 2026-09-17; re-verified during the W1 spike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2103120"/>
            <a:ext cx="5349240" cy="2926080"/>
          </a:xfrm>
          <a:prstGeom prst="roundRect">
            <a:avLst>
              <a:gd name="adj" fmla="val 2500"/>
            </a:avLst>
          </a:prstGeom>
          <a:solidFill>
            <a:srgbClr val="1B2A41"/>
          </a:solidFill>
          <a:ln w="9525">
            <a:solidFill>
              <a:srgbClr val="0E9F8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22402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inspiration only [A]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7889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VibeServe, arXiv:2605.06068 — preprint, not peer-reviewed; single-seed; build-time code synthesis on a different harness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uw-syfi/vibesys repository (MIT license)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used as validation, and never for search against a live validator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detail: valops-agent-mvp-hld-v0.1.md  ·  Parent: solana-validator-ops-agent-plan-v0.2.md  ·  Review record: plan-review-vs-vibeserve.md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Valops Agent MVP High-Level Design — Summary</dc:title>
  <dc:subject>PptxGenJS Presentation</dc:subject>
  <dc:creator>Peng Huang</dc:creator>
  <cp:lastModifiedBy>Peng Huang</cp:lastModifiedBy>
  <cp:revision>1</cp:revision>
  <dcterms:created xsi:type="dcterms:W3CDTF">2026-09-17T18:05:03Z</dcterms:created>
  <dcterms:modified xsi:type="dcterms:W3CDTF">2026-09-17T18:05:03Z</dcterms:modified>
</cp:coreProperties>
</file>